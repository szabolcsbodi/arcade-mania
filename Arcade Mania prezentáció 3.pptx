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8" r:id="rId10"/>
    <p:sldId id="265" r:id="rId11"/>
    <p:sldId id="267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18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97d586c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97d586c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7d586cd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97d586cd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7d586cd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97d586cd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7d586cd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97d586cd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97d586cd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97d586cd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7d586cd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97d586cd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97d586cd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97d586cd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FF42975-014F-002F-79AD-ADFEC4BE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B6BC5F03-C23E-E0A5-BDC8-1BB18F201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1592952C-AE9F-D18A-FBFE-CFD89F7A6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3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97d586cd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97d586cd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97d586cd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97d586cd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zabolcsBodi/Arcade-Mani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rello.com/b/ZOUXv58n/ikt-projektmunka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Arcade Mania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Bódi Szabolcs, Oravecz Ádám József, Tátrai Levente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Projekt áttekintése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dirty="0"/>
              <a:t>Online játékplatform y8 mintájára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800" dirty="0"/>
              <a:t>Reszponzív, biztonságos, rugalmas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1800" dirty="0"/>
              <a:t>2026-os vizsga projekt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Részek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-HU" sz="2100" dirty="0"/>
              <a:t>C</a:t>
            </a:r>
            <a:r>
              <a:rPr lang="hu" sz="2100" dirty="0"/>
              <a:t># backend</a:t>
            </a:r>
            <a:endParaRPr sz="21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 dirty="0"/>
              <a:t>React frontend</a:t>
            </a:r>
            <a:endParaRPr sz="21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 dirty="0"/>
              <a:t>Xampp mySQL adatbázis</a:t>
            </a:r>
            <a:endParaRPr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Ami kész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hu" sz="1700" dirty="0"/>
              <a:t>Adatbázis </a:t>
            </a:r>
            <a:endParaRPr lang="hu-HU" sz="1700" dirty="0"/>
          </a:p>
          <a:p>
            <a:pPr marL="0" indent="0">
              <a:spcBef>
                <a:spcPts val="1200"/>
              </a:spcBef>
              <a:buNone/>
            </a:pPr>
            <a:r>
              <a:rPr lang="hu" sz="1700" dirty="0"/>
              <a:t>C# backend webAPI (user adatok lekérése és módosítása)</a:t>
            </a:r>
            <a:endParaRPr lang="hu-HU"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1700" dirty="0"/>
              <a:t>Main oldal, login, regisztráció (funkciók is működnek)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1800" dirty="0"/>
              <a:t>Minden játék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1800" dirty="0"/>
              <a:t>Asztali alkalmazás (admin felület)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hu-HU"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Hogyan működik - Frontend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68300">
              <a:buSzPts val="2200"/>
            </a:pPr>
            <a:r>
              <a:rPr lang="hu-HU" sz="2400" dirty="0" err="1"/>
              <a:t>Header</a:t>
            </a:r>
            <a:r>
              <a:rPr lang="hu-HU" sz="2400" dirty="0"/>
              <a:t> (logout)</a:t>
            </a:r>
            <a:endParaRPr sz="2200" dirty="0"/>
          </a:p>
          <a:p>
            <a:pPr lvl="0" indent="-368300">
              <a:buSzPts val="2200"/>
            </a:pPr>
            <a:r>
              <a:rPr lang="hu-HU" sz="2400" dirty="0" err="1"/>
              <a:t>AuthProvider</a:t>
            </a:r>
            <a:r>
              <a:rPr lang="hu-HU" sz="2400" dirty="0"/>
              <a:t> (bejelentkezési állapot)</a:t>
            </a:r>
          </a:p>
          <a:p>
            <a:pPr lvl="0" indent="-368300">
              <a:buSzPts val="2200"/>
            </a:pPr>
            <a:r>
              <a:rPr lang="hu-HU" sz="2400" dirty="0" err="1"/>
              <a:t>Route</a:t>
            </a:r>
            <a:r>
              <a:rPr lang="hu-HU" sz="2400" dirty="0"/>
              <a:t>: navigáció az oldalak között</a:t>
            </a:r>
            <a:endParaRPr sz="2200" dirty="0"/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hu" sz="2600" dirty="0">
                <a:solidFill>
                  <a:schemeClr val="lt2"/>
                </a:solidFill>
              </a:rPr>
              <a:t>Hogyan működik - Backend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dirty="0"/>
              <a:t>Entity Framework az adatbázishoz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1800" dirty="0"/>
              <a:t>login/</a:t>
            </a:r>
            <a:r>
              <a:rPr lang="hu-HU" sz="1800" dirty="0" err="1"/>
              <a:t>register</a:t>
            </a:r>
            <a:r>
              <a:rPr lang="hu-HU" sz="1800" dirty="0"/>
              <a:t> </a:t>
            </a:r>
            <a:r>
              <a:rPr lang="hu-HU" sz="1800" dirty="0" err="1"/>
              <a:t>Dtos</a:t>
            </a:r>
            <a:endParaRPr lang="hu-HU" sz="18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1800" dirty="0"/>
              <a:t>JWT 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lt2"/>
                </a:solidFill>
              </a:rPr>
              <a:t>Hibakezelés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100" dirty="0"/>
              <a:t>N</a:t>
            </a:r>
            <a:r>
              <a:rPr lang="hu" sz="2100" dirty="0"/>
              <a:t>em lehet 2 ugyan olyan nevű user (regisztráció)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 dirty="0"/>
              <a:t>Nem lehet hibás Name vagy Password (login)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 dirty="0"/>
              <a:t>Teszteket is írtunk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>
                <a:solidFill>
                  <a:schemeClr val="lt2"/>
                </a:solidFill>
              </a:rPr>
              <a:t>Csapatmunka</a:t>
            </a:r>
            <a:r>
              <a:rPr lang="hu"/>
              <a:t>	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 dirty="0"/>
              <a:t>Szabolcs - backend + github + dokumentáció</a:t>
            </a:r>
            <a:endParaRPr sz="2100" dirty="0"/>
          </a:p>
          <a:p>
            <a:pPr marL="0" lvl="0" indent="0">
              <a:spcBef>
                <a:spcPts val="1200"/>
              </a:spcBef>
              <a:buNone/>
            </a:pPr>
            <a:r>
              <a:rPr lang="hu" sz="2100" dirty="0"/>
              <a:t>Ádám – frontend + trello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2100" dirty="0"/>
              <a:t>Levente - adatbázis</a:t>
            </a:r>
            <a:endParaRPr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509FB442-89B8-E236-3468-E94DEDF5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3C9F62C7-A4B5-1179-2C3F-0512CB880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Tervek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20F7C9C1-D9F4-7F87-CF16-16CD0920E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61950">
              <a:buSzPts val="2100"/>
            </a:pPr>
            <a:r>
              <a:rPr lang="hu-HU" sz="2400" dirty="0"/>
              <a:t>A projektet nem lokálisan futtatni, hanem szerveren</a:t>
            </a:r>
          </a:p>
        </p:txBody>
      </p:sp>
    </p:spTree>
    <p:extLst>
      <p:ext uri="{BB962C8B-B14F-4D97-AF65-F5344CB8AC3E}">
        <p14:creationId xmlns:p14="http://schemas.microsoft.com/office/powerpoint/2010/main" val="2150420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Demonstráció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hu" sz="2400" dirty="0"/>
              <a:t>Github: </a:t>
            </a:r>
            <a:r>
              <a:rPr lang="hu-HU" sz="2400" dirty="0">
                <a:hlinkClick r:id="rId3"/>
              </a:rPr>
              <a:t>https://github.com/SzabolcsBodi/Arcade-Mania</a:t>
            </a:r>
            <a:endParaRPr lang="hu-HU" sz="2400" dirty="0"/>
          </a:p>
          <a:p>
            <a:pPr marL="0" lvl="0" indent="0">
              <a:spcBef>
                <a:spcPts val="1200"/>
              </a:spcBef>
              <a:buNone/>
            </a:pPr>
            <a:r>
              <a:rPr lang="hu" sz="2400" dirty="0"/>
              <a:t>Trello: </a:t>
            </a:r>
            <a:r>
              <a:rPr lang="hu-HU" sz="2400" dirty="0">
                <a:hlinkClick r:id="rId4"/>
              </a:rPr>
              <a:t>https://trello.com/b/ZOUXv58n/ikt-projektmunka</a:t>
            </a:r>
            <a:endParaRPr lang="hu-HU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figyelmet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Bódi Szabolcs, Oravecz Ádám József, Tátrai Levente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186</Words>
  <Application>Microsoft Office PowerPoint</Application>
  <PresentationFormat>Diavetítés a képernyőre (16:9 oldalarány)</PresentationFormat>
  <Paragraphs>39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Lato</vt:lpstr>
      <vt:lpstr>Montserrat</vt:lpstr>
      <vt:lpstr>Arial</vt:lpstr>
      <vt:lpstr>Focus</vt:lpstr>
      <vt:lpstr>Arcade Mania</vt:lpstr>
      <vt:lpstr>Projekt áttekintése</vt:lpstr>
      <vt:lpstr>Részek</vt:lpstr>
      <vt:lpstr>Ami kész</vt:lpstr>
      <vt:lpstr>Hogyan működik - Frontend</vt:lpstr>
      <vt:lpstr>Hogyan működik - Backend</vt:lpstr>
      <vt:lpstr>Hibakezelés</vt:lpstr>
      <vt:lpstr>Csapatmunka </vt:lpstr>
      <vt:lpstr>Tervek</vt:lpstr>
      <vt:lpstr>Demonstráció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Szabolcs Bódi</cp:lastModifiedBy>
  <cp:revision>30</cp:revision>
  <dcterms:modified xsi:type="dcterms:W3CDTF">2026-01-14T13:07:16Z</dcterms:modified>
</cp:coreProperties>
</file>